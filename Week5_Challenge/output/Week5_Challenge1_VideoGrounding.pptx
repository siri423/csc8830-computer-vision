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882735fc84222" /><Relationship Type="http://schemas.openxmlformats.org/officeDocument/2006/relationships/extended-properties" Target="/docProps/app.xml" Id="R2bca84e2765647e6" /><Relationship Type="http://schemas.openxmlformats.org/officeDocument/2006/relationships/officeDocument" Target="/ppt/presentation.xml" Id="R8ac30b7ae41d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eba35d26d40bd"/>
  </p:sldMasterIdLst>
  <p:notesMasterIdLst>
    <p:notesMasterId xmlns:r="http://schemas.openxmlformats.org/officeDocument/2006/relationships" r:id="Rc0e12d667fa34f76"/>
  </p:notesMasterIdLst>
  <p:sldIdLst>
    <p:sldId xmlns:r="http://schemas.openxmlformats.org/officeDocument/2006/relationships" id="256" r:id="R5c38218da6794edb"/>
    <p:sldId xmlns:r="http://schemas.openxmlformats.org/officeDocument/2006/relationships" id="257" r:id="R5daff2cc9cc340d3"/>
    <p:sldId xmlns:r="http://schemas.openxmlformats.org/officeDocument/2006/relationships" id="258" r:id="R57ce871d54d54e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c0f5fa17d4719" /><Relationship Type="http://schemas.openxmlformats.org/officeDocument/2006/relationships/slideMaster" Target="/ppt/slideMasters/slideMaster1.xml" Id="Ra38eba35d26d40bd" /><Relationship Type="http://schemas.openxmlformats.org/officeDocument/2006/relationships/notesMaster" Target="/ppt/notesMasters/notesMaster1.xml" Id="Rc0e12d667fa34f76" /><Relationship Type="http://schemas.openxmlformats.org/officeDocument/2006/relationships/presProps" Target="/ppt/presProps.xml" Id="R134cea4d259d4794" /><Relationship Type="http://schemas.openxmlformats.org/officeDocument/2006/relationships/tableStyles" Target="/ppt/tableStyles.xml" Id="R90a4aaf4c8a04587" /><Relationship Type="http://schemas.openxmlformats.org/officeDocument/2006/relationships/slide" Target="/ppt/slides/slide1.xml" Id="R5c38218da6794edb" /><Relationship Type="http://schemas.openxmlformats.org/officeDocument/2006/relationships/slide" Target="/ppt/slides/slide2.xml" Id="R5daff2cc9cc340d3" /><Relationship Type="http://schemas.openxmlformats.org/officeDocument/2006/relationships/slide" Target="/ppt/slides/slide3.xml" Id="R57ce871d54d54e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839a68755944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ef176b21c4181" /><Relationship Type="http://schemas.openxmlformats.org/officeDocument/2006/relationships/notesMaster" Target="/ppt/notesMasters/notesMaster1.xml" Id="R75503e9678c6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2d6ec706514e8b" /><Relationship Type="http://schemas.openxmlformats.org/officeDocument/2006/relationships/notesMaster" Target="/ppt/notesMasters/notesMaster1.xml" Id="R3fdf12d8bdc149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f8a5aab60149df" /><Relationship Type="http://schemas.openxmlformats.org/officeDocument/2006/relationships/notesMaster" Target="/ppt/notesMasters/notesMaster1.xml" Id="R2997cbdfdf2a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Keynote 6 is Fahad Khan’s “Towards Detailed Video Understanding in Generative AI Era.” The workshop description discusses detailed visual semantics and spatiotemporal grounding conditioned on text. That inspired this smaller question about finding a person in a clip. The image is from my Module 4 assignment and does not come from Gemini. Add a specific point from watching the keynote in class before presenting. Sources: https://www.crcv.ucf.edu/cvpr2025-vidllms-workshop/program.html and https://www.crcv.ucf.edu/cvpr2025-vidllms-workshop/speakers.html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model is Gemini 3.8 Flash because it accepts video input through the Gemini API. It is our implementation choice, not a claim about the model used in the keynote. The workshop page describes text-conditioned spatiotemporal pixel grounding; this prototype narrows the task to a text answer with approximate timestamps. Sources: https://www.crcv.ucf.edu/cvpr2025-vidllms-workshop/speakers.html and https://ai.google.dev/gemini-api/docs/video-understanding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code includes the Gemini API integration, but a live model response has not yet been captured because the user is creating an API key. Add the observed output and manual timestamp comparison after a real run. Do not present a fabricated result. Gemini API information: https://ai.google.dev/gemini-api/docs/video-understanding and https://ai.google.dev/gemini-api/docs/pricing. Assignment requires the student to watch Keynote 6 in class; add their own takeaway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b20d67317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b3739288a74279" /><Relationship Type="http://schemas.openxmlformats.org/officeDocument/2006/relationships/slideLayout" Target="/ppt/slideLayouts/slideLayout1.xml" Id="Re2469f0d8695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69f0d8695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f7370e1694013" /><Relationship Type="http://schemas.openxmlformats.org/officeDocument/2006/relationships/image" Target="/ppt/media/image.png" Id="Rae06717b06824ca1" /><Relationship Type="http://schemas.openxmlformats.org/officeDocument/2006/relationships/notesSlide" Target="/ppt/notesSlides/notesSlide1.xml" Id="R68413bfe7752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0076412864d3d" /><Relationship Type="http://schemas.openxmlformats.org/officeDocument/2006/relationships/notesSlide" Target="/ppt/notesSlides/notesSlide2.xml" Id="Rd2643fc78c9b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50274617345b1" /><Relationship Type="http://schemas.openxmlformats.org/officeDocument/2006/relationships/notesSlide" Target="/ppt/notesSlides/notesSlide3.xml" Id="R22328c837d9142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2BA0C-47A4-4FED-9E76-1CC867F6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Finding a person in a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D9263-A01C-47F6-B2DD-7400C99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Week 5 Challenge 1  |  Inspired by Keynote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0BC4F-CB14-41F5-9715-0D45910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8A479-47AB-4C6E-A980-944A8B4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362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Finding the right moment can mean replaying and scrubbing through an entire clip.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5DE29-1E28-4978-A371-D4B45117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333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This is especially frustrating when the person is small, partly hidden, or hard to distinguish from the background.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05027-84CB-4468-834F-1D6E2F3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7BDA1-6A7C-4AB3-8BA9-C34A866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429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1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Can a video model point to when a person is visible and give a reviewer evidence to check?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6717b06824ca1"/>
          <a:stretch xmlns:a="http://schemas.openxmlformats.org/drawingml/2006/main"/>
        </p:blipFill>
        <p:spPr>
          <a:xfrm xmlns:a="http://schemas.openxmlformats.org/drawingml/2006/main">
            <a:off x="5524500" y="2495605"/>
            <a:ext cx="5905500" cy="225731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8BC61-39EC-49BA-AAB8-AC210BF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673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Example from my Module 4 project. This is a still image, not a Week 5 model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D64C4-39ED-4267-A5BF-E4618335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D0DD7-109C-4475-8CDD-F27076B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Sirichandana Bikkasani  |  CSc 8830 Computer 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1DEFA-1C26-414F-B01B-B1184198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395123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49B49-2B1F-44A9-826E-9BF58EC1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Video question to reviewable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92351-0364-487C-9C81-40392E02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A small experiment in time grounding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4F399-CE5C-421C-9764-FEEE84D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C19AC-AADE-4DCA-AB98-CDD1527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Short video +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3CF7-912C-4E1C-87DF-38CF9C59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“When is the main person clearly visible?”</a:t>
            </a:r>
          </a:p>
          <a:p xmlns:a="http://schemas.openxmlformats.org/drawingml/2006/main">
            <a:pPr algn="l">
              <a:def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The app accepts a clip up to 20 MB.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7173F-EFA6-4907-9A5A-2C7D058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376C6-0F8B-4B57-84E7-9D03BBDE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Gemini 3.8 Flash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39163-7D3F-4142-B32D-3815D779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Gemini analyzes the video and returns an estimated time range with a short explanation.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AC349-FB53-4FC6-881F-FAFAC637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8610-36CC-4477-BEB1-B0FDEE98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Reviewer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C37CF-562A-4973-AB38-D47F38E1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876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Replay the suggested moment and compare the answer with what is actually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9C5B9-3A72-4C86-A9A9-8FFB8460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479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89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07D61-8DC3-4E7A-BC71-6573EF6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479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89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49192-63CF-4260-A871-4D524A5D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FB6D5-6AAA-4F84-BB30-A52F6E6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Keynote connection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FC30D-8111-4A18-AECB-AFD3305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42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Keynote 6 explores detailed video understanding and text-conditioned spatiotemporal grounding. This prototype tests a narrow version of that idea. It reports timestamps in text; it does not produce pixel-level grounding.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A178D-3FA4-41F5-B046-2199187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0381D-B1B0-4F06-9D56-1AD19776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Sirichandana Bikkasani  |  CSc 8830 Computer 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E01D1-219D-4619-8551-E57B3D28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006880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E756B-B18B-4EBA-8C7C-E93D7EF1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Prototype and feasibility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DCB8B-2C21-4E55-8B34-4A2D798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The app is built; one real API run is still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BF2F6-9C4F-4716-B9D4-6C26192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In the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827B8-ADE5-443F-8292-02DA1EA2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Upload a short clip, enter a question, and send both to Gemini. The app displays and lets you download the model’s text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96125-CB95-4E06-B7C8-0EBFE17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8A8A"/>
                </a:solidFill>
                <a:latin typeface="Helvetica Neue"/>
                <a:ea typeface="Helvetica Neue"/>
                <a:cs typeface="Helvetica Neue"/>
              </a:rPr>
              <a:t>What to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D7740-572F-4F71-B035-98E331E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On one clip, compare Gemini’s estimated start and end times with a time range you mark by watching the video. Note whether the answer identifies the right person and misses any brief appearances.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955FA-90FA-4142-8FA4-EA36457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04B03-8ADD-489A-BF77-E4F459E0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D18E5-4793-45F0-863B-ED206B21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App flow and Gemini API call are implemented. A real response still depends on adding an API key and running a clip.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ACACA-1D81-44B4-ACDB-7C05EF49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8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88942"/>
                </a:solidFill>
                <a:latin typeface="Helvetica Neue"/>
                <a:ea typeface="Helvetica Neue"/>
                <a:cs typeface="Helvetica Neue"/>
              </a:rPr>
              <a:t>Limits to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11635-CC1A-45C4-804E-D7C8DD3A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03442"/>
                </a:solidFill>
                <a:latin typeface="Helvetica Neue"/>
                <a:ea typeface="Helvetica Neue"/>
                <a:cs typeface="Helvetica Neue"/>
              </a:rPr>
              <a:t>20 MB upload limit. Timestamps are estimates. The app returns no person mask or exact pixel location. Video upload also requires internet and Gemini API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FBFA8-9B02-41ED-9CEA-51292382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43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Do not claim accuracy until you compare the answer with your own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E6CF5-173D-4F21-8907-8DACE09A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865C3-C420-4226-825E-2908DB1D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Sirichandana Bikkasani  |  CSc 8830 Computer 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5D5AF-4860-4311-965F-5481CEE5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774"/>
                </a:solidFill>
                <a:latin typeface="Helvetica Neue"/>
                <a:ea typeface="Helvetica Neue"/>
                <a:cs typeface="Helvetica Neue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688185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2026-10-02T18:58:16.2440000Z</dcterms:created>
  <dcterms:modified xsi:type="dcterms:W3CDTF">2026-10-02T18:58:16.2440000Z</dcterms:modified>
</coreProperties>
</file>